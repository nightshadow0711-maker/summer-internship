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919" y="1017389"/>
            <a:ext cx="118616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325" y="4419600"/>
            <a:ext cx="7169348" cy="1421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0303" y="2398514"/>
            <a:ext cx="1115139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Montserrat"/>
              </a:rPr>
              <a:t>10-Day Internship Learning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8087" y="3512939"/>
            <a:ext cx="46958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Open Sans"/>
              </a:rPr>
              <a:t>Python • Data Analysis • SQL • GitHub • Power BI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044" y="1160264"/>
            <a:ext cx="709910" cy="714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1325" y="4762500"/>
            <a:ext cx="7169348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Open San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2092" y="5101530"/>
            <a:ext cx="752781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Montserrat"/>
              </a:rPr>
              <a:t>DHRUV SINGH BISHT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1325" y="5501580"/>
            <a:ext cx="7169348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Montserrat Medium"/>
              </a:rPr>
              <a:t>ROLL NO. 2501221530064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190648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Montserrat"/>
              </a:rPr>
              <a:t>A Structured Learning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714500"/>
            <a:ext cx="4943475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162175"/>
            <a:ext cx="519064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38BDF8"/>
                </a:solidFill>
                <a:latin typeface="Montserrat"/>
              </a:rPr>
              <a:t>Internship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601515"/>
            <a:ext cx="9251233" cy="56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rgbClr val="CBD5E1"/>
                </a:solidFill>
                <a:latin typeface="Open Sans"/>
              </a:rPr>
              <a:t>From programming fundamentals to data analysis and interactive visualization, this internship covered core technologies across three main pillars.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868787"/>
            <a:ext cx="519064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818CF8"/>
                </a:solidFill>
                <a:latin typeface="Montserrat"/>
              </a:rPr>
              <a:t>1. Programming &amp;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325987"/>
            <a:ext cx="9123414" cy="56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rgbClr val="CBD5E1"/>
                </a:solidFill>
                <a:latin typeface="Open Sans"/>
              </a:rPr>
              <a:t>Built a strong foundation in Python and learned version control via GitHub to manage and collaborate on code securely.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575399"/>
            <a:ext cx="519064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2. Data &amp; Databases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6032599"/>
            <a:ext cx="8985762" cy="268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rgbClr val="CBD5E1"/>
                </a:solidFill>
                <a:latin typeface="Open Sans"/>
              </a:rPr>
              <a:t>Explored NumPy, Pandas, and SQL for structured data handling, cleaning, and rapid data retrieval.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6992540"/>
            <a:ext cx="5190648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818CF8"/>
                </a:solidFill>
                <a:latin typeface="Montserrat"/>
              </a:rPr>
              <a:t>3. Interactive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7449740"/>
            <a:ext cx="49434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Learned Power BI to translate raw data into insightful, interactive dashboards for business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1675"/>
            <a:ext cx="522922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59619"/>
            <a:ext cx="549068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454919"/>
            <a:ext cx="522922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Python served as the critical starting point, equipping me with the syntax and logical thinking required for effective data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61457"/>
            <a:ext cx="496252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Mastered variables, data types, and core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022377"/>
            <a:ext cx="49625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Implemented control flow using loops and conditional statements.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772769"/>
            <a:ext cx="49625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Developed modular code structures through custom functions.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523160"/>
            <a:ext cx="496252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Explored basic file I/O operations and error handling.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81200"/>
            <a:ext cx="5210175" cy="398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3542407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003327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753719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504110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8FAFC"/>
                </a:solidFill>
                <a:latin typeface="Montserrat"/>
              </a:rPr>
              <a:t>Module 1</a:t>
            </a:r>
            <a:r>
              <a:rPr sz="3150" b="1" i="0" u="none" dirty="0">
                <a:solidFill>
                  <a:srgbClr val="F8FAFC"/>
                </a:solidFill>
                <a:latin typeface="Montserrat"/>
              </a:rPr>
              <a:t>: Python Basics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35893"/>
            <a:ext cx="5229225" cy="50722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35893"/>
            <a:ext cx="5229225" cy="5072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1874043"/>
            <a:ext cx="477059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NumPy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331243"/>
            <a:ext cx="454342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4A3B8"/>
                </a:solidFill>
                <a:latin typeface="Montserrat Medium"/>
              </a:rPr>
              <a:t>Numerical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858839"/>
            <a:ext cx="45434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Introduction to efficient numerical data processing and mathematical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874043"/>
            <a:ext cx="477059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818CF8"/>
                </a:solidFill>
                <a:latin typeface="Montserrat"/>
              </a:rP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331243"/>
            <a:ext cx="454342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4A3B8"/>
                </a:solidFill>
                <a:latin typeface="Montserrat Medium"/>
              </a:rPr>
              <a:t>Structured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858839"/>
            <a:ext cx="45434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Transforming raw data into formats ready for in-depth analysis and reporting.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3675905"/>
            <a:ext cx="4276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Created and manipulated multi-dimensional arrays.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426297"/>
            <a:ext cx="4276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Applied mathematical operations across datasets without loops.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5176688"/>
            <a:ext cx="4276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Utilized indexing and slicing for targeted extraction.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1350" y="3675905"/>
            <a:ext cx="427672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Imported data from diverse sources (CSV, Excel).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1350" y="4136826"/>
            <a:ext cx="427672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Cleaned datasets by handling missing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1350" y="4597747"/>
            <a:ext cx="4276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Performed data aggregations and complex groupings.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656855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407247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5157638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3656855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4117776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578697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350043"/>
            <a:ext cx="1158144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8FAFC"/>
                </a:solidFill>
                <a:latin typeface="Montserrat"/>
              </a:rPr>
              <a:t>Module 2 </a:t>
            </a:r>
            <a:r>
              <a:rPr sz="3150" b="1" i="0" u="none" dirty="0">
                <a:solidFill>
                  <a:srgbClr val="F8FAFC"/>
                </a:solidFill>
                <a:latin typeface="Montserrat"/>
              </a:rPr>
              <a:t>: Data Handling Mastery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988218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1675"/>
            <a:ext cx="522922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670149"/>
            <a:ext cx="549068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818CF8"/>
                </a:solidFill>
                <a:latin typeface="Montserrat"/>
              </a:rPr>
              <a:t>Database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165449"/>
            <a:ext cx="522922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Transitioned from flat files to relational databases, understanding how data is structured, stored, and linked in robust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271986"/>
            <a:ext cx="49625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Open Sans"/>
              </a:rPr>
              <a:t>Schema Design: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Understanding tables, records, and relationships.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022377"/>
            <a:ext cx="49625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Open Sans"/>
              </a:rPr>
              <a:t>SELECT Queries: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Retrieving specific data using targeted syntax.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772769"/>
            <a:ext cx="49625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Open Sans"/>
              </a:rPr>
              <a:t>Refining Results: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Using WHERE, ORDER BY, and GROUP BY.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523160"/>
            <a:ext cx="49625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Open Sans"/>
              </a:rPr>
              <a:t>Key Takeaway: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SQL provides a scalable methodology for massive data manipulation.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81200"/>
            <a:ext cx="5210175" cy="398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3252936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003327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753719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504110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Open Sans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 b="1" i="0" u="none" dirty="0">
                <a:solidFill>
                  <a:srgbClr val="F8FAFC"/>
                </a:solidFill>
                <a:latin typeface="Montserrat"/>
              </a:rPr>
              <a:t>Module 3 </a:t>
            </a:r>
            <a:r>
              <a:rPr sz="3150" b="1" i="0" u="none" dirty="0">
                <a:solidFill>
                  <a:srgbClr val="F8FAFC"/>
                </a:solidFill>
                <a:latin typeface="Montserrat"/>
              </a:rPr>
              <a:t>: SQL &amp; Data Retrieval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57375"/>
            <a:ext cx="3454449" cy="441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49" y="1857375"/>
            <a:ext cx="3454449" cy="441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674" y="1857375"/>
            <a:ext cx="3454449" cy="441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028950"/>
            <a:ext cx="203025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Charts &amp;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48050"/>
            <a:ext cx="2768649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Learned to select the right visual for the right data, building bar, line, pie, and scatter plots to represent complex datasets intuitively.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1749" y="3028950"/>
            <a:ext cx="26603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Dashboard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1749" y="3448050"/>
            <a:ext cx="2768649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Designed interactive dashboards that consolidate multiple visualizations, utilizing slicers and filters for deep-dive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99574" y="3028950"/>
            <a:ext cx="206025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Presenting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9574" y="3448050"/>
            <a:ext cx="276864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Focused on data storytelling—structuring reports for clarity, visual impact, and effective stakeholder communication.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324100"/>
            <a:ext cx="44767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1749" y="2324100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9574" y="2324100"/>
            <a:ext cx="504825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8FAFC"/>
                </a:solidFill>
                <a:latin typeface="Montserrat"/>
              </a:rPr>
              <a:t>Module 4 </a:t>
            </a:r>
            <a:r>
              <a:rPr sz="3150" b="1" i="0" u="none" dirty="0">
                <a:solidFill>
                  <a:srgbClr val="F8FAFC"/>
                </a:solidFill>
                <a:latin typeface="Montserrat"/>
              </a:rPr>
              <a:t>: Power BI &amp; Visual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5252" y="677815"/>
            <a:ext cx="4315969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F8FAFC"/>
                </a:solidFill>
                <a:latin typeface="Montserrat"/>
              </a:rPr>
              <a:t> Cod</a:t>
            </a:r>
            <a:r>
              <a:rPr lang="en-US" sz="3150" b="1" i="0" u="none" dirty="0">
                <a:solidFill>
                  <a:srgbClr val="F8FAFC"/>
                </a:solidFill>
                <a:latin typeface="Montserrat"/>
              </a:rPr>
              <a:t>e</a:t>
            </a:r>
            <a:r>
              <a:rPr sz="3150" b="1" i="0" u="none" dirty="0">
                <a:solidFill>
                  <a:srgbClr val="F8FAFC"/>
                </a:solidFill>
                <a:latin typeface="Montserrat"/>
              </a:rPr>
              <a:t>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348814"/>
            <a:ext cx="4943475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162175"/>
            <a:ext cx="519064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GitHub &amp; 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619375"/>
            <a:ext cx="49434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Open Sans"/>
              </a:rPr>
              <a:t>Explored version control fundamentals using Git and GitHub. This crucial skill ensures projects are safely tracked, reproducible, and collaborative.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916412"/>
            <a:ext cx="519064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818CF8"/>
                </a:solidFill>
                <a:latin typeface="Montserrat"/>
              </a:rPr>
              <a:t>Key Concepts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516487"/>
            <a:ext cx="47053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8BDF8"/>
                </a:solidFill>
                <a:latin typeface="Open Sans"/>
              </a:rPr>
              <a:t>▹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</a:t>
            </a:r>
            <a:r>
              <a:rPr sz="1425" b="1" i="0" u="none">
                <a:solidFill>
                  <a:srgbClr val="CBD5E1"/>
                </a:solidFill>
                <a:latin typeface="Open Sans"/>
              </a:rPr>
              <a:t>Repositories: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Setting up remote storage for codebases.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920257"/>
            <a:ext cx="47053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8BDF8"/>
                </a:solidFill>
                <a:latin typeface="Open Sans"/>
              </a:rPr>
              <a:t>▹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</a:t>
            </a:r>
            <a:r>
              <a:rPr sz="1425" b="1" i="0" u="none">
                <a:solidFill>
                  <a:srgbClr val="CBD5E1"/>
                </a:solidFill>
                <a:latin typeface="Open Sans"/>
              </a:rPr>
              <a:t>Commits: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Tracking incremental changes securely.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324028"/>
            <a:ext cx="47053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8BDF8"/>
                </a:solidFill>
                <a:latin typeface="Open Sans"/>
              </a:rPr>
              <a:t>▹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</a:t>
            </a:r>
            <a:r>
              <a:rPr sz="1425" b="1" i="0" u="none">
                <a:solidFill>
                  <a:srgbClr val="CBD5E1"/>
                </a:solidFill>
                <a:latin typeface="Open Sans"/>
              </a:rPr>
              <a:t>Branching: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Creating isolated environments for new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6017269"/>
            <a:ext cx="47053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8BDF8"/>
                </a:solidFill>
                <a:latin typeface="Open Sans"/>
              </a:rPr>
              <a:t>▹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</a:t>
            </a:r>
            <a:r>
              <a:rPr sz="1425" b="1" i="0" u="none">
                <a:solidFill>
                  <a:srgbClr val="CBD5E1"/>
                </a:solidFill>
                <a:latin typeface="Open Sans"/>
              </a:rPr>
              <a:t>Push &amp; Pull:</a:t>
            </a:r>
            <a:r>
              <a:rPr sz="1425" b="0" i="0" u="none">
                <a:solidFill>
                  <a:srgbClr val="CBD5E1"/>
                </a:solidFill>
                <a:latin typeface="Open Sans"/>
              </a:rPr>
              <a:t> Syncing local environments with remote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436"/>
            <a:ext cx="12192000" cy="6858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2228" y="509588"/>
            <a:ext cx="1158144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F8FAFC"/>
                </a:solidFill>
                <a:latin typeface="Montserrat"/>
              </a:rPr>
              <a:t>My Learning Journey Summary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35" y="4163692"/>
            <a:ext cx="2566376" cy="154178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343" y="1741674"/>
            <a:ext cx="2566376" cy="17730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352" y="4161024"/>
            <a:ext cx="2566376" cy="17730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4360" y="1510407"/>
            <a:ext cx="2566376" cy="20043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228" y="3821431"/>
            <a:ext cx="11158657" cy="457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361" y="4429125"/>
            <a:ext cx="226974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Montserrat"/>
              </a:rPr>
              <a:t>Phase 1: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028" y="4772025"/>
            <a:ext cx="21616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pen Sans"/>
              </a:rPr>
              <a:t>Python Programming, NumPy for math, and Pandas for structural data handling.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370" y="2009775"/>
            <a:ext cx="226974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Montserrat"/>
              </a:rPr>
              <a:t>Phase 2: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36" y="2581275"/>
            <a:ext cx="21616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pen Sans"/>
              </a:rPr>
              <a:t>SQL for relational databases, querying, and mass data retrieval.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3379" y="4429125"/>
            <a:ext cx="226974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Montserrat"/>
              </a:rPr>
              <a:t>Phase 3: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045" y="5000625"/>
            <a:ext cx="21616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pen Sans"/>
              </a:rPr>
              <a:t>Power BI integration for creating interactive data dashboards and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4387" y="1781175"/>
            <a:ext cx="226974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Montserrat"/>
              </a:rPr>
              <a:t>Phase 4: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9053" y="2352675"/>
            <a:ext cx="2161658" cy="674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pen Sans"/>
              </a:rPr>
              <a:t>Understanding version control with GitHub for secure codebase management.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2354" y="3733800"/>
            <a:ext cx="231268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33362" y="3714750"/>
            <a:ext cx="231268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64371" y="3733800"/>
            <a:ext cx="231268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95380" y="3733800"/>
            <a:ext cx="231268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50990"/>
            <a:ext cx="1102995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431" y="1949797"/>
            <a:ext cx="11581447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 u="none" dirty="0">
                <a:solidFill>
                  <a:srgbClr val="F8FAFC"/>
                </a:solidFill>
                <a:latin typeface="Montserrat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35684"/>
            <a:ext cx="110299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E2E8F0"/>
                </a:solidFill>
                <a:latin typeface="Open Sans"/>
              </a:rPr>
              <a:t>I appreciate your time and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584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Montserrat</vt:lpstr>
      <vt:lpstr>Montserrat Medium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Dhruv singh Bisht</cp:lastModifiedBy>
  <cp:revision>4</cp:revision>
  <dcterms:created xsi:type="dcterms:W3CDTF">2013-01-27T09:14:16Z</dcterms:created>
  <dcterms:modified xsi:type="dcterms:W3CDTF">2026-07-27T18:16:13Z</dcterms:modified>
  <cp:category/>
</cp:coreProperties>
</file>